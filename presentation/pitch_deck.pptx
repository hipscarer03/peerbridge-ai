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 của docs/pitch-deck.pdf và presentation/pitch_deck.pptx.
     Dựng lại bằng Marp CLI 4.0.3; số liệu CI ghi rõ commit/lần chạy trong báo cáo đánh giá.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2026-10-16T08:51:23Z</dcterms:created>
  <dcterms:modified xsi:type="dcterms:W3CDTF">2026-10-16T08:51:23Z</dcterms:modified>
</cp:coreProperties>
</file>